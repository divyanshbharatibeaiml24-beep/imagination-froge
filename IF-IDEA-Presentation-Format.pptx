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6/26/2025</a:t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p>
            <a:pPr indent="0" marL="4763">
              <a:buNone/>
            </a:pP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I</a:t>
            </a: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MAGINATION </a:t>
            </a: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F</a:t>
            </a: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O</a:t>
            </a: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R</a:t>
            </a:r>
            <a:r>
              <a:rPr altLang="en-IN"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GE </a:t>
            </a:r>
            <a:r>
              <a:rPr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HACKATHON </a:t>
            </a:r>
            <a:r>
              <a:rPr altLang="en-IN" b="1" dirty="0" sz="40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</a:t>
            </a:r>
            <a:r>
              <a:rPr altLang="en-IN" b="1" dirty="0" sz="40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0</a:t>
            </a:r>
            <a:r>
              <a:rPr altLang="en-IN" b="1" dirty="0" sz="40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</a:t>
            </a:r>
            <a:r>
              <a:rPr altLang="en-IN" b="1" dirty="0" sz="40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6</a:t>
            </a:r>
            <a:endParaRPr b="1" dirty="0" sz="4000" lang="en-IN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31286" y="2076450"/>
            <a:ext cx="5924550" cy="3469640"/>
          </a:xfrm>
          <a:prstGeom prst="rect"/>
          <a:noFill/>
        </p:spPr>
        <p:txBody>
          <a:bodyPr rtlCol="0" wrap="square">
            <a:spAutoFit/>
          </a:bodyPr>
          <a:p>
            <a:pPr algn="just" indent="0" marL="0">
              <a:lnSpc>
                <a:spcPct val="200000"/>
              </a:lnSpc>
              <a:buNone/>
            </a:p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PS Category- Software/Hardwa</a:t>
            </a:r>
            <a:r>
              <a:rPr altLang="en-IN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altLang="en-IN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altLang="en-US" lang="zh-CN"/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b="1"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409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indent="-342900" marL="342900">
              <a:buFont typeface="Wingdings" panose="05000000000000000000" pitchFamily="2" charset="2"/>
              <a:buChar char="v"/>
            </a:pPr>
            <a:r>
              <a:rPr b="1" dirty="0" sz="3200" lang="en-US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dirty="0" sz="32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indent="0" marL="0">
              <a:buNone/>
            </a:pPr>
            <a:r>
              <a:rPr lang="en-US">
                <a:solidFill>
                  <a:schemeClr val="bg1"/>
                </a:solidFill>
              </a:rPr>
              <a:t>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07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7678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indent="0" marL="0">
              <a:buNone/>
            </a:pPr>
            <a:r>
              <a:rPr lang="en-US">
                <a:solidFill>
                  <a:schemeClr val="bg1"/>
                </a:solidFill>
              </a:rPr>
              <a:t>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16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625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634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Aicte</cp:lastModifiedBy>
  <dcterms:created xsi:type="dcterms:W3CDTF">2013-12-11T20:46:50Z</dcterms:created>
  <dcterms:modified xsi:type="dcterms:W3CDTF">2026-09-17T01:47:49Z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65b5e6fec16748419781d688b5deed40</vt:lpwstr>
  </property>
</Properties>
</file>